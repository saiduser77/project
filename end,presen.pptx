
<file path=[Content_Types].xml><?xml version="1.0" encoding="utf-8"?>
<Types xmlns="http://schemas.openxmlformats.org/package/2006/content-types">
  <Default Extension="jpg" ContentType="image/jp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13" d="100"/>
          <a:sy n="113" d="100"/>
        </p:scale>
        <p:origin x="474" y="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Batang"/>
                <a:cs typeface="Batang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Batang"/>
                <a:cs typeface="Batang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Batang"/>
                <a:cs typeface="Batang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6/7/2026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Batang"/>
                <a:cs typeface="Batang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6/7/2026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6/7/2026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C1E4F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937004" y="748347"/>
            <a:ext cx="7507605" cy="701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Batang"/>
                <a:cs typeface="Batang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78484" y="799147"/>
            <a:ext cx="7887970" cy="1489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865"/>
              </a:lnSpc>
              <a:spcBef>
                <a:spcPts val="100"/>
              </a:spcBef>
            </a:pPr>
            <a:r>
              <a:rPr sz="2400" b="1" spc="110" dirty="0">
                <a:latin typeface="Calibri"/>
                <a:cs typeface="Calibri"/>
              </a:rPr>
              <a:t>QR-код</a:t>
            </a:r>
            <a:r>
              <a:rPr sz="2400" b="1" spc="-90" dirty="0">
                <a:latin typeface="Calibri"/>
                <a:cs typeface="Calibri"/>
              </a:rPr>
              <a:t> </a:t>
            </a:r>
            <a:r>
              <a:rPr sz="2400" b="1" spc="90" dirty="0">
                <a:latin typeface="Calibri"/>
                <a:cs typeface="Calibri"/>
              </a:rPr>
              <a:t>генератор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ts val="2855"/>
              </a:lnSpc>
            </a:pPr>
            <a:r>
              <a:rPr sz="2400" b="1" spc="114" dirty="0">
                <a:latin typeface="Calibri"/>
                <a:cs typeface="Calibri"/>
              </a:rPr>
              <a:t>Полезно.</a:t>
            </a:r>
            <a:r>
              <a:rPr sz="2400" b="1" spc="-40" dirty="0">
                <a:latin typeface="Calibri"/>
                <a:cs typeface="Calibri"/>
              </a:rPr>
              <a:t> </a:t>
            </a:r>
            <a:r>
              <a:rPr sz="2400" b="1" spc="65" dirty="0">
                <a:latin typeface="Calibri"/>
                <a:cs typeface="Calibri"/>
              </a:rPr>
              <a:t>Удобно.</a:t>
            </a:r>
            <a:r>
              <a:rPr sz="2400" b="1" spc="-35" dirty="0">
                <a:latin typeface="Calibri"/>
                <a:cs typeface="Calibri"/>
              </a:rPr>
              <a:t> </a:t>
            </a:r>
            <a:r>
              <a:rPr sz="2400" b="1" spc="65" dirty="0">
                <a:latin typeface="Calibri"/>
                <a:cs typeface="Calibri"/>
              </a:rPr>
              <a:t>Актуально.</a:t>
            </a:r>
            <a:endParaRPr sz="2400">
              <a:latin typeface="Calibri"/>
              <a:cs typeface="Calibri"/>
            </a:endParaRPr>
          </a:p>
          <a:p>
            <a:pPr marL="12700" marR="5080">
              <a:lnSpc>
                <a:spcPts val="2930"/>
              </a:lnSpc>
              <a:spcBef>
                <a:spcPts val="40"/>
              </a:spcBef>
            </a:pPr>
            <a:r>
              <a:rPr sz="2400" spc="-165" dirty="0">
                <a:latin typeface="Century Gothic"/>
                <a:cs typeface="Century Gothic"/>
              </a:rPr>
              <a:t>Как</a:t>
            </a:r>
            <a:r>
              <a:rPr sz="2400" spc="-135" dirty="0">
                <a:latin typeface="Century Gothic"/>
                <a:cs typeface="Century Gothic"/>
              </a:rPr>
              <a:t> </a:t>
            </a:r>
            <a:r>
              <a:rPr sz="2400" spc="-210" dirty="0">
                <a:latin typeface="Century Gothic"/>
                <a:cs typeface="Century Gothic"/>
              </a:rPr>
              <a:t>одна</a:t>
            </a:r>
            <a:r>
              <a:rPr sz="2400" spc="-145" dirty="0">
                <a:latin typeface="Century Gothic"/>
                <a:cs typeface="Century Gothic"/>
              </a:rPr>
              <a:t> </a:t>
            </a:r>
            <a:r>
              <a:rPr sz="2400" spc="-95" dirty="0">
                <a:latin typeface="Century Gothic"/>
                <a:cs typeface="Century Gothic"/>
              </a:rPr>
              <a:t>технология</a:t>
            </a:r>
            <a:r>
              <a:rPr sz="2400" spc="-150" dirty="0">
                <a:latin typeface="Century Gothic"/>
                <a:cs typeface="Century Gothic"/>
              </a:rPr>
              <a:t> </a:t>
            </a:r>
            <a:r>
              <a:rPr sz="2400" spc="-185" dirty="0">
                <a:latin typeface="Century Gothic"/>
                <a:cs typeface="Century Gothic"/>
              </a:rPr>
              <a:t>изменила</a:t>
            </a:r>
            <a:r>
              <a:rPr sz="2400" spc="-100" dirty="0">
                <a:latin typeface="Century Gothic"/>
                <a:cs typeface="Century Gothic"/>
              </a:rPr>
              <a:t> </a:t>
            </a:r>
            <a:r>
              <a:rPr sz="2400" spc="-254" dirty="0">
                <a:latin typeface="Century Gothic"/>
                <a:cs typeface="Century Gothic"/>
              </a:rPr>
              <a:t>способ</a:t>
            </a:r>
            <a:r>
              <a:rPr sz="2400" spc="-150" dirty="0">
                <a:latin typeface="Century Gothic"/>
                <a:cs typeface="Century Gothic"/>
              </a:rPr>
              <a:t> </a:t>
            </a:r>
            <a:r>
              <a:rPr sz="2400" spc="-130" dirty="0">
                <a:latin typeface="Century Gothic"/>
                <a:cs typeface="Century Gothic"/>
              </a:rPr>
              <a:t>взаимодействия</a:t>
            </a:r>
            <a:r>
              <a:rPr sz="2400" spc="-125" dirty="0">
                <a:latin typeface="Century Gothic"/>
                <a:cs typeface="Century Gothic"/>
              </a:rPr>
              <a:t> </a:t>
            </a:r>
            <a:r>
              <a:rPr sz="2400" spc="-345" dirty="0">
                <a:latin typeface="Century Gothic"/>
                <a:cs typeface="Century Gothic"/>
              </a:rPr>
              <a:t>с </a:t>
            </a:r>
            <a:r>
              <a:rPr sz="2400" spc="-315" dirty="0">
                <a:latin typeface="Century Gothic"/>
                <a:cs typeface="Century Gothic"/>
              </a:rPr>
              <a:t>информацией</a:t>
            </a:r>
            <a:r>
              <a:rPr sz="2400" spc="-135" dirty="0">
                <a:latin typeface="Century Gothic"/>
                <a:cs typeface="Century Gothic"/>
              </a:rPr>
              <a:t> </a:t>
            </a:r>
            <a:r>
              <a:rPr sz="2400" spc="-200" dirty="0">
                <a:latin typeface="Century Gothic"/>
                <a:cs typeface="Century Gothic"/>
              </a:rPr>
              <a:t>—</a:t>
            </a:r>
            <a:r>
              <a:rPr sz="2400" spc="-150" dirty="0">
                <a:latin typeface="Century Gothic"/>
                <a:cs typeface="Century Gothic"/>
              </a:rPr>
              <a:t> </a:t>
            </a:r>
            <a:r>
              <a:rPr sz="2400" spc="-110" dirty="0">
                <a:latin typeface="Century Gothic"/>
                <a:cs typeface="Century Gothic"/>
              </a:rPr>
              <a:t>и</a:t>
            </a:r>
            <a:r>
              <a:rPr sz="2400" spc="-165" dirty="0">
                <a:latin typeface="Century Gothic"/>
                <a:cs typeface="Century Gothic"/>
              </a:rPr>
              <a:t> </a:t>
            </a:r>
            <a:r>
              <a:rPr sz="2400" spc="-204" dirty="0">
                <a:latin typeface="Century Gothic"/>
                <a:cs typeface="Century Gothic"/>
              </a:rPr>
              <a:t>почему</a:t>
            </a:r>
            <a:r>
              <a:rPr sz="2400" spc="-150" dirty="0">
                <a:latin typeface="Century Gothic"/>
                <a:cs typeface="Century Gothic"/>
              </a:rPr>
              <a:t> </a:t>
            </a:r>
            <a:r>
              <a:rPr sz="2400" spc="-235" dirty="0">
                <a:latin typeface="Century Gothic"/>
                <a:cs typeface="Century Gothic"/>
              </a:rPr>
              <a:t>она</a:t>
            </a:r>
            <a:r>
              <a:rPr sz="2400" spc="-180" dirty="0">
                <a:latin typeface="Century Gothic"/>
                <a:cs typeface="Century Gothic"/>
              </a:rPr>
              <a:t> </a:t>
            </a:r>
            <a:r>
              <a:rPr sz="2400" spc="-185" dirty="0">
                <a:latin typeface="Century Gothic"/>
                <a:cs typeface="Century Gothic"/>
              </a:rPr>
              <a:t>нужна</a:t>
            </a:r>
            <a:r>
              <a:rPr sz="2400" spc="-180" dirty="0">
                <a:latin typeface="Century Gothic"/>
                <a:cs typeface="Century Gothic"/>
              </a:rPr>
              <a:t> </a:t>
            </a:r>
            <a:r>
              <a:rPr sz="2400" spc="-280" dirty="0">
                <a:latin typeface="Century Gothic"/>
                <a:cs typeface="Century Gothic"/>
              </a:rPr>
              <a:t>вам</a:t>
            </a:r>
            <a:r>
              <a:rPr sz="2400" spc="-145" dirty="0">
                <a:latin typeface="Century Gothic"/>
                <a:cs typeface="Century Gothic"/>
              </a:rPr>
              <a:t> </a:t>
            </a:r>
            <a:r>
              <a:rPr sz="2400" spc="-229" dirty="0">
                <a:latin typeface="Century Gothic"/>
                <a:cs typeface="Century Gothic"/>
              </a:rPr>
              <a:t>прямо</a:t>
            </a:r>
            <a:r>
              <a:rPr sz="2400" spc="-155" dirty="0">
                <a:latin typeface="Century Gothic"/>
                <a:cs typeface="Century Gothic"/>
              </a:rPr>
              <a:t> </a:t>
            </a:r>
            <a:r>
              <a:rPr sz="2400" spc="-10" dirty="0">
                <a:latin typeface="Century Gothic"/>
                <a:cs typeface="Century Gothic"/>
              </a:rPr>
              <a:t>сейчас.</a:t>
            </a:r>
            <a:endParaRPr sz="2400">
              <a:latin typeface="Century Gothic"/>
              <a:cs typeface="Century Gothic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53425" y="2628900"/>
            <a:ext cx="2971800" cy="30099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16380" y="730885"/>
            <a:ext cx="8393430" cy="472249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750" spc="-10" dirty="0">
                <a:latin typeface="Batang"/>
                <a:cs typeface="Batang"/>
              </a:rPr>
              <a:t>История</a:t>
            </a:r>
            <a:endParaRPr sz="2750">
              <a:latin typeface="Batang"/>
              <a:cs typeface="Batang"/>
            </a:endParaRPr>
          </a:p>
          <a:p>
            <a:pPr marL="12700">
              <a:lnSpc>
                <a:spcPct val="100000"/>
              </a:lnSpc>
              <a:spcBef>
                <a:spcPts val="80"/>
              </a:spcBef>
            </a:pPr>
            <a:r>
              <a:rPr sz="2750" spc="-20" dirty="0">
                <a:latin typeface="Batang"/>
                <a:cs typeface="Batang"/>
              </a:rPr>
              <a:t>Denso-</a:t>
            </a:r>
            <a:r>
              <a:rPr sz="2750" dirty="0">
                <a:latin typeface="Batang"/>
                <a:cs typeface="Batang"/>
              </a:rPr>
              <a:t>Wave,</a:t>
            </a:r>
            <a:r>
              <a:rPr sz="2750" spc="10" dirty="0">
                <a:latin typeface="Batang"/>
                <a:cs typeface="Batang"/>
              </a:rPr>
              <a:t> </a:t>
            </a:r>
            <a:r>
              <a:rPr sz="2750" dirty="0">
                <a:latin typeface="Batang"/>
                <a:cs typeface="Batang"/>
              </a:rPr>
              <a:t>1994</a:t>
            </a:r>
            <a:r>
              <a:rPr sz="2750" spc="-5" dirty="0">
                <a:latin typeface="Batang"/>
                <a:cs typeface="Batang"/>
              </a:rPr>
              <a:t> </a:t>
            </a:r>
            <a:r>
              <a:rPr sz="2750" spc="-25" dirty="0">
                <a:latin typeface="Batang"/>
                <a:cs typeface="Batang"/>
              </a:rPr>
              <a:t>год</a:t>
            </a:r>
            <a:endParaRPr sz="2750">
              <a:latin typeface="Batang"/>
              <a:cs typeface="Batang"/>
            </a:endParaRPr>
          </a:p>
          <a:p>
            <a:pPr marL="12700" marR="539115">
              <a:lnSpc>
                <a:spcPct val="101699"/>
              </a:lnSpc>
              <a:spcBef>
                <a:spcPts val="20"/>
              </a:spcBef>
            </a:pPr>
            <a:r>
              <a:rPr sz="2750" dirty="0">
                <a:latin typeface="Batang"/>
                <a:cs typeface="Batang"/>
              </a:rPr>
              <a:t>QR</a:t>
            </a:r>
            <a:r>
              <a:rPr sz="2750" spc="65" dirty="0">
                <a:latin typeface="Batang"/>
                <a:cs typeface="Batang"/>
              </a:rPr>
              <a:t> </a:t>
            </a:r>
            <a:r>
              <a:rPr sz="2750" dirty="0">
                <a:latin typeface="Batang"/>
                <a:cs typeface="Batang"/>
              </a:rPr>
              <a:t>(Quick</a:t>
            </a:r>
            <a:r>
              <a:rPr sz="2750" spc="110" dirty="0">
                <a:latin typeface="Batang"/>
                <a:cs typeface="Batang"/>
              </a:rPr>
              <a:t> </a:t>
            </a:r>
            <a:r>
              <a:rPr sz="2750" dirty="0">
                <a:latin typeface="Batang"/>
                <a:cs typeface="Batang"/>
              </a:rPr>
              <a:t>Response)</a:t>
            </a:r>
            <a:r>
              <a:rPr sz="2750" spc="155" dirty="0">
                <a:latin typeface="Batang"/>
                <a:cs typeface="Batang"/>
              </a:rPr>
              <a:t> </a:t>
            </a:r>
            <a:r>
              <a:rPr sz="2750" dirty="0">
                <a:latin typeface="Batang"/>
                <a:cs typeface="Batang"/>
              </a:rPr>
              <a:t>—</a:t>
            </a:r>
            <a:r>
              <a:rPr sz="2750" spc="120" dirty="0">
                <a:latin typeface="Batang"/>
                <a:cs typeface="Batang"/>
              </a:rPr>
              <a:t> </a:t>
            </a:r>
            <a:r>
              <a:rPr sz="2750" spc="-10" dirty="0">
                <a:latin typeface="Batang"/>
                <a:cs typeface="Batang"/>
              </a:rPr>
              <a:t>матричный </a:t>
            </a:r>
            <a:r>
              <a:rPr sz="2750" dirty="0">
                <a:latin typeface="Batang"/>
                <a:cs typeface="Batang"/>
              </a:rPr>
              <a:t>двумерный</a:t>
            </a:r>
            <a:r>
              <a:rPr sz="2750" spc="175" dirty="0">
                <a:latin typeface="Batang"/>
                <a:cs typeface="Batang"/>
              </a:rPr>
              <a:t> </a:t>
            </a:r>
            <a:r>
              <a:rPr sz="2750" dirty="0">
                <a:latin typeface="Batang"/>
                <a:cs typeface="Batang"/>
              </a:rPr>
              <a:t>код,</a:t>
            </a:r>
            <a:r>
              <a:rPr sz="2750" spc="160" dirty="0">
                <a:latin typeface="Batang"/>
                <a:cs typeface="Batang"/>
              </a:rPr>
              <a:t> </a:t>
            </a:r>
            <a:r>
              <a:rPr sz="2750" dirty="0">
                <a:latin typeface="Batang"/>
                <a:cs typeface="Batang"/>
              </a:rPr>
              <a:t>разработанный</a:t>
            </a:r>
            <a:r>
              <a:rPr sz="2750" spc="245" dirty="0">
                <a:latin typeface="Batang"/>
                <a:cs typeface="Batang"/>
              </a:rPr>
              <a:t> </a:t>
            </a:r>
            <a:r>
              <a:rPr sz="2750" spc="-10" dirty="0">
                <a:latin typeface="Batang"/>
                <a:cs typeface="Batang"/>
              </a:rPr>
              <a:t>японской </a:t>
            </a:r>
            <a:r>
              <a:rPr sz="2750" dirty="0">
                <a:latin typeface="Batang"/>
                <a:cs typeface="Batang"/>
              </a:rPr>
              <a:t>компанией</a:t>
            </a:r>
            <a:r>
              <a:rPr sz="2750" spc="210" dirty="0">
                <a:latin typeface="Batang"/>
                <a:cs typeface="Batang"/>
              </a:rPr>
              <a:t> </a:t>
            </a:r>
            <a:r>
              <a:rPr sz="2750" dirty="0">
                <a:latin typeface="Batang"/>
                <a:cs typeface="Batang"/>
              </a:rPr>
              <a:t>Denso-Wave</a:t>
            </a:r>
            <a:r>
              <a:rPr sz="2750" spc="150" dirty="0">
                <a:latin typeface="Batang"/>
                <a:cs typeface="Batang"/>
              </a:rPr>
              <a:t> </a:t>
            </a:r>
            <a:r>
              <a:rPr sz="2750" dirty="0">
                <a:latin typeface="Batang"/>
                <a:cs typeface="Batang"/>
              </a:rPr>
              <a:t>для</a:t>
            </a:r>
            <a:r>
              <a:rPr sz="2750" spc="204" dirty="0">
                <a:latin typeface="Batang"/>
                <a:cs typeface="Batang"/>
              </a:rPr>
              <a:t> </a:t>
            </a:r>
            <a:r>
              <a:rPr sz="2750" spc="-10" dirty="0">
                <a:latin typeface="Batang"/>
                <a:cs typeface="Batang"/>
              </a:rPr>
              <a:t>быстрой </a:t>
            </a:r>
            <a:r>
              <a:rPr sz="2750" dirty="0">
                <a:latin typeface="Batang"/>
                <a:cs typeface="Batang"/>
              </a:rPr>
              <a:t>маркировки</a:t>
            </a:r>
            <a:r>
              <a:rPr sz="2750" spc="245" dirty="0">
                <a:latin typeface="Batang"/>
                <a:cs typeface="Batang"/>
              </a:rPr>
              <a:t> </a:t>
            </a:r>
            <a:r>
              <a:rPr sz="2750" dirty="0">
                <a:latin typeface="Batang"/>
                <a:cs typeface="Batang"/>
              </a:rPr>
              <a:t>автомобильных</a:t>
            </a:r>
            <a:r>
              <a:rPr sz="2750" spc="195" dirty="0">
                <a:latin typeface="Batang"/>
                <a:cs typeface="Batang"/>
              </a:rPr>
              <a:t> </a:t>
            </a:r>
            <a:r>
              <a:rPr sz="2750" spc="-10" dirty="0">
                <a:latin typeface="Batang"/>
                <a:cs typeface="Batang"/>
              </a:rPr>
              <a:t>деталей.</a:t>
            </a:r>
            <a:endParaRPr sz="2750">
              <a:latin typeface="Batang"/>
              <a:cs typeface="Batang"/>
            </a:endParaRPr>
          </a:p>
          <a:p>
            <a:pPr marL="12700">
              <a:lnSpc>
                <a:spcPct val="100000"/>
              </a:lnSpc>
              <a:spcBef>
                <a:spcPts val="80"/>
              </a:spcBef>
            </a:pPr>
            <a:r>
              <a:rPr sz="2750" dirty="0">
                <a:latin typeface="Batang"/>
                <a:cs typeface="Batang"/>
              </a:rPr>
              <a:t>Эволюция</a:t>
            </a:r>
            <a:r>
              <a:rPr sz="2750" spc="-85" dirty="0">
                <a:latin typeface="Batang"/>
                <a:cs typeface="Batang"/>
              </a:rPr>
              <a:t> </a:t>
            </a:r>
            <a:r>
              <a:rPr sz="2750" spc="-20" dirty="0">
                <a:latin typeface="Batang"/>
                <a:cs typeface="Batang"/>
              </a:rPr>
              <a:t>штрих-кода</a:t>
            </a:r>
            <a:endParaRPr sz="2750">
              <a:latin typeface="Batang"/>
              <a:cs typeface="Batang"/>
            </a:endParaRPr>
          </a:p>
          <a:p>
            <a:pPr marL="12700" marR="5080">
              <a:lnSpc>
                <a:spcPct val="101699"/>
              </a:lnSpc>
              <a:spcBef>
                <a:spcPts val="25"/>
              </a:spcBef>
            </a:pPr>
            <a:r>
              <a:rPr sz="2750" dirty="0">
                <a:latin typeface="Batang"/>
                <a:cs typeface="Batang"/>
              </a:rPr>
              <a:t>Это</a:t>
            </a:r>
            <a:r>
              <a:rPr sz="2750" spc="135" dirty="0">
                <a:latin typeface="Batang"/>
                <a:cs typeface="Batang"/>
              </a:rPr>
              <a:t> </a:t>
            </a:r>
            <a:r>
              <a:rPr sz="2750" dirty="0">
                <a:latin typeface="Batang"/>
                <a:cs typeface="Batang"/>
              </a:rPr>
              <a:t>прямой</a:t>
            </a:r>
            <a:r>
              <a:rPr sz="2750" spc="165" dirty="0">
                <a:latin typeface="Batang"/>
                <a:cs typeface="Batang"/>
              </a:rPr>
              <a:t> </a:t>
            </a:r>
            <a:r>
              <a:rPr sz="2750" dirty="0">
                <a:latin typeface="Batang"/>
                <a:cs typeface="Batang"/>
              </a:rPr>
              <a:t>наследник</a:t>
            </a:r>
            <a:r>
              <a:rPr sz="2750" spc="135" dirty="0">
                <a:latin typeface="Batang"/>
                <a:cs typeface="Batang"/>
              </a:rPr>
              <a:t> </a:t>
            </a:r>
            <a:r>
              <a:rPr sz="2750" dirty="0">
                <a:latin typeface="Batang"/>
                <a:cs typeface="Batang"/>
              </a:rPr>
              <a:t>идеи</a:t>
            </a:r>
            <a:r>
              <a:rPr sz="2750" spc="140" dirty="0">
                <a:latin typeface="Batang"/>
                <a:cs typeface="Batang"/>
              </a:rPr>
              <a:t> </a:t>
            </a:r>
            <a:r>
              <a:rPr sz="2750" dirty="0">
                <a:latin typeface="Batang"/>
                <a:cs typeface="Batang"/>
              </a:rPr>
              <a:t>штрих-кодов,</a:t>
            </a:r>
            <a:r>
              <a:rPr sz="2750" spc="125" dirty="0">
                <a:latin typeface="Batang"/>
                <a:cs typeface="Batang"/>
              </a:rPr>
              <a:t> </a:t>
            </a:r>
            <a:r>
              <a:rPr sz="2750" spc="-25" dirty="0">
                <a:latin typeface="Batang"/>
                <a:cs typeface="Batang"/>
              </a:rPr>
              <a:t>но </a:t>
            </a:r>
            <a:r>
              <a:rPr sz="2750" dirty="0">
                <a:latin typeface="Batang"/>
                <a:cs typeface="Batang"/>
              </a:rPr>
              <a:t>хранит</a:t>
            </a:r>
            <a:r>
              <a:rPr sz="2750" spc="-5" dirty="0">
                <a:latin typeface="Batang"/>
                <a:cs typeface="Batang"/>
              </a:rPr>
              <a:t> </a:t>
            </a:r>
            <a:r>
              <a:rPr sz="2750" dirty="0">
                <a:latin typeface="Batang"/>
                <a:cs typeface="Batang"/>
              </a:rPr>
              <a:t>значительно</a:t>
            </a:r>
            <a:r>
              <a:rPr sz="2750" spc="-30" dirty="0">
                <a:latin typeface="Batang"/>
                <a:cs typeface="Batang"/>
              </a:rPr>
              <a:t> </a:t>
            </a:r>
            <a:r>
              <a:rPr sz="2750" dirty="0">
                <a:latin typeface="Batang"/>
                <a:cs typeface="Batang"/>
              </a:rPr>
              <a:t>больше</a:t>
            </a:r>
            <a:r>
              <a:rPr sz="2750" spc="-90" dirty="0">
                <a:latin typeface="Batang"/>
                <a:cs typeface="Batang"/>
              </a:rPr>
              <a:t> </a:t>
            </a:r>
            <a:r>
              <a:rPr sz="2750" dirty="0">
                <a:latin typeface="Batang"/>
                <a:cs typeface="Batang"/>
              </a:rPr>
              <a:t>данных</a:t>
            </a:r>
            <a:r>
              <a:rPr sz="2750" spc="5" dirty="0">
                <a:latin typeface="Batang"/>
                <a:cs typeface="Batang"/>
              </a:rPr>
              <a:t> </a:t>
            </a:r>
            <a:r>
              <a:rPr sz="2750" spc="-25" dirty="0">
                <a:latin typeface="Batang"/>
                <a:cs typeface="Batang"/>
              </a:rPr>
              <a:t>на </a:t>
            </a:r>
            <a:r>
              <a:rPr sz="2750" dirty="0">
                <a:latin typeface="Batang"/>
                <a:cs typeface="Batang"/>
              </a:rPr>
              <a:t>меньшей</a:t>
            </a:r>
            <a:r>
              <a:rPr sz="2750" spc="130" dirty="0">
                <a:latin typeface="Batang"/>
                <a:cs typeface="Batang"/>
              </a:rPr>
              <a:t> </a:t>
            </a:r>
            <a:r>
              <a:rPr sz="2750" dirty="0">
                <a:latin typeface="Batang"/>
                <a:cs typeface="Batang"/>
              </a:rPr>
              <a:t>площади</a:t>
            </a:r>
            <a:r>
              <a:rPr sz="2750" spc="125" dirty="0">
                <a:latin typeface="Batang"/>
                <a:cs typeface="Batang"/>
              </a:rPr>
              <a:t> </a:t>
            </a:r>
            <a:r>
              <a:rPr sz="2750" dirty="0">
                <a:latin typeface="Batang"/>
                <a:cs typeface="Batang"/>
              </a:rPr>
              <a:t>—</a:t>
            </a:r>
            <a:r>
              <a:rPr sz="2750" spc="105" dirty="0">
                <a:latin typeface="Batang"/>
                <a:cs typeface="Batang"/>
              </a:rPr>
              <a:t> </a:t>
            </a:r>
            <a:r>
              <a:rPr sz="2750" dirty="0">
                <a:latin typeface="Batang"/>
                <a:cs typeface="Batang"/>
              </a:rPr>
              <a:t>и</a:t>
            </a:r>
            <a:r>
              <a:rPr sz="2750" spc="95" dirty="0">
                <a:latin typeface="Batang"/>
                <a:cs typeface="Batang"/>
              </a:rPr>
              <a:t> </a:t>
            </a:r>
            <a:r>
              <a:rPr sz="2750" dirty="0">
                <a:latin typeface="Batang"/>
                <a:cs typeface="Batang"/>
              </a:rPr>
              <a:t>считывается</a:t>
            </a:r>
            <a:r>
              <a:rPr sz="2750" spc="100" dirty="0">
                <a:latin typeface="Batang"/>
                <a:cs typeface="Batang"/>
              </a:rPr>
              <a:t> </a:t>
            </a:r>
            <a:r>
              <a:rPr sz="2750" dirty="0">
                <a:latin typeface="Batang"/>
                <a:cs typeface="Batang"/>
              </a:rPr>
              <a:t>в</a:t>
            </a:r>
            <a:r>
              <a:rPr sz="2750" spc="105" dirty="0">
                <a:latin typeface="Batang"/>
                <a:cs typeface="Batang"/>
              </a:rPr>
              <a:t> </a:t>
            </a:r>
            <a:r>
              <a:rPr sz="2750" spc="-10" dirty="0">
                <a:latin typeface="Batang"/>
                <a:cs typeface="Batang"/>
              </a:rPr>
              <a:t>любом направлении.</a:t>
            </a:r>
            <a:endParaRPr sz="2750">
              <a:latin typeface="Batang"/>
              <a:cs typeface="Batang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99051" y="670560"/>
            <a:ext cx="2889885" cy="7010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-30" dirty="0"/>
              <a:t>Структура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1450" y="2495550"/>
            <a:ext cx="5762625" cy="317182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191250" y="2505075"/>
            <a:ext cx="5715000" cy="317182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172200" y="1990725"/>
            <a:ext cx="5181600" cy="401955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Как</a:t>
            </a:r>
            <a:r>
              <a:rPr spc="-250" dirty="0"/>
              <a:t> </a:t>
            </a:r>
            <a:r>
              <a:rPr spc="-45" dirty="0"/>
              <a:t>сгенерировать</a:t>
            </a:r>
            <a:r>
              <a:rPr spc="-235" dirty="0"/>
              <a:t> </a:t>
            </a:r>
            <a:r>
              <a:rPr spc="-85" dirty="0"/>
              <a:t>QR-</a:t>
            </a:r>
            <a:r>
              <a:rPr spc="-25" dirty="0"/>
              <a:t>код</a:t>
            </a: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38200" y="1990725"/>
            <a:ext cx="5172075" cy="40195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2026-06-05 23-20-16">
            <a:hlinkClick r:id="" action="ppaction://media"/>
            <a:extLst>
              <a:ext uri="{FF2B5EF4-FFF2-40B4-BE49-F238E27FC236}">
                <a16:creationId xmlns:a16="http://schemas.microsoft.com/office/drawing/2014/main" id="{F94EBB6A-B8FD-1BE5-1BF7-8DD00618CEFF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457200" y="257175"/>
            <a:ext cx="11277600" cy="63436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3150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9162" y="262890"/>
            <a:ext cx="3569335" cy="1773555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12700" marR="5080">
              <a:lnSpc>
                <a:spcPct val="91700"/>
              </a:lnSpc>
              <a:spcBef>
                <a:spcPts val="430"/>
              </a:spcBef>
            </a:pPr>
            <a:r>
              <a:rPr sz="3050" spc="-10" dirty="0"/>
              <a:t>QR-</a:t>
            </a:r>
            <a:r>
              <a:rPr sz="3050" dirty="0"/>
              <a:t>код</a:t>
            </a:r>
            <a:r>
              <a:rPr sz="3050" spc="-40" dirty="0"/>
              <a:t> </a:t>
            </a:r>
            <a:r>
              <a:rPr sz="3050" dirty="0"/>
              <a:t>—</a:t>
            </a:r>
            <a:r>
              <a:rPr sz="3050" spc="-40" dirty="0"/>
              <a:t> </a:t>
            </a:r>
            <a:r>
              <a:rPr sz="3050" spc="-25" dirty="0"/>
              <a:t>это </a:t>
            </a:r>
            <a:r>
              <a:rPr sz="3050" dirty="0"/>
              <a:t>мост</a:t>
            </a:r>
            <a:r>
              <a:rPr sz="3050" spc="-65" dirty="0"/>
              <a:t> </a:t>
            </a:r>
            <a:r>
              <a:rPr sz="3050" spc="-20" dirty="0"/>
              <a:t>между </a:t>
            </a:r>
            <a:r>
              <a:rPr sz="3050" dirty="0"/>
              <a:t>реальностью</a:t>
            </a:r>
            <a:r>
              <a:rPr sz="3050" spc="-200" dirty="0"/>
              <a:t> </a:t>
            </a:r>
            <a:r>
              <a:rPr sz="3050" spc="-50" dirty="0"/>
              <a:t>и </a:t>
            </a:r>
            <a:r>
              <a:rPr sz="3050" dirty="0"/>
              <a:t>вашим</a:t>
            </a:r>
            <a:r>
              <a:rPr sz="3050" spc="-85" dirty="0"/>
              <a:t> </a:t>
            </a:r>
            <a:r>
              <a:rPr sz="3050" spc="-10" dirty="0"/>
              <a:t>контентом</a:t>
            </a:r>
            <a:endParaRPr sz="305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81600" y="2057400"/>
            <a:ext cx="6172200" cy="421005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919162" y="1973008"/>
            <a:ext cx="3759200" cy="3278504"/>
          </a:xfrm>
          <a:prstGeom prst="rect">
            <a:avLst/>
          </a:prstGeom>
        </p:spPr>
        <p:txBody>
          <a:bodyPr vert="horz" wrap="square" lIns="0" tIns="1079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50"/>
              </a:spcBef>
            </a:pPr>
            <a:r>
              <a:rPr sz="2000" dirty="0">
                <a:latin typeface="Batang"/>
                <a:cs typeface="Batang"/>
              </a:rPr>
              <a:t>Минимум</a:t>
            </a:r>
            <a:r>
              <a:rPr sz="2000" spc="-40" dirty="0">
                <a:latin typeface="Batang"/>
                <a:cs typeface="Batang"/>
              </a:rPr>
              <a:t> </a:t>
            </a:r>
            <a:r>
              <a:rPr sz="2000" spc="-20" dirty="0">
                <a:latin typeface="Batang"/>
                <a:cs typeface="Batang"/>
              </a:rPr>
              <a:t>шагов</a:t>
            </a:r>
            <a:endParaRPr sz="2000">
              <a:latin typeface="Batang"/>
              <a:cs typeface="Batang"/>
            </a:endParaRPr>
          </a:p>
          <a:p>
            <a:pPr marL="12700" marR="346710">
              <a:lnSpc>
                <a:spcPts val="2180"/>
              </a:lnSpc>
              <a:spcBef>
                <a:spcPts val="1010"/>
              </a:spcBef>
            </a:pPr>
            <a:r>
              <a:rPr sz="2000" dirty="0">
                <a:latin typeface="Batang"/>
                <a:cs typeface="Batang"/>
              </a:rPr>
              <a:t>Зашейте</a:t>
            </a:r>
            <a:r>
              <a:rPr sz="2000" spc="-50" dirty="0">
                <a:latin typeface="Batang"/>
                <a:cs typeface="Batang"/>
              </a:rPr>
              <a:t> </a:t>
            </a:r>
            <a:r>
              <a:rPr sz="2000" dirty="0">
                <a:latin typeface="Batang"/>
                <a:cs typeface="Batang"/>
              </a:rPr>
              <a:t>ссылку,</a:t>
            </a:r>
            <a:r>
              <a:rPr sz="2000" spc="10" dirty="0">
                <a:latin typeface="Batang"/>
                <a:cs typeface="Batang"/>
              </a:rPr>
              <a:t> </a:t>
            </a:r>
            <a:r>
              <a:rPr sz="2000" spc="-10" dirty="0">
                <a:latin typeface="Batang"/>
                <a:cs typeface="Batang"/>
              </a:rPr>
              <a:t>контакт </a:t>
            </a:r>
            <a:r>
              <a:rPr sz="2000" dirty="0">
                <a:latin typeface="Batang"/>
                <a:cs typeface="Batang"/>
              </a:rPr>
              <a:t>или</a:t>
            </a:r>
            <a:r>
              <a:rPr sz="2000" spc="-35" dirty="0">
                <a:latin typeface="Batang"/>
                <a:cs typeface="Batang"/>
              </a:rPr>
              <a:t> </a:t>
            </a:r>
            <a:r>
              <a:rPr sz="2000" dirty="0">
                <a:latin typeface="Batang"/>
                <a:cs typeface="Batang"/>
              </a:rPr>
              <a:t>информацию</a:t>
            </a:r>
            <a:r>
              <a:rPr sz="2000" spc="-30" dirty="0">
                <a:latin typeface="Batang"/>
                <a:cs typeface="Batang"/>
              </a:rPr>
              <a:t> </a:t>
            </a:r>
            <a:r>
              <a:rPr sz="2000" dirty="0">
                <a:latin typeface="Batang"/>
                <a:cs typeface="Batang"/>
              </a:rPr>
              <a:t>—</a:t>
            </a:r>
            <a:r>
              <a:rPr sz="2000" spc="-50" dirty="0">
                <a:latin typeface="Batang"/>
                <a:cs typeface="Batang"/>
              </a:rPr>
              <a:t> и </a:t>
            </a:r>
            <a:r>
              <a:rPr sz="2000" dirty="0">
                <a:latin typeface="Batang"/>
                <a:cs typeface="Batang"/>
              </a:rPr>
              <a:t>обновляйте</a:t>
            </a:r>
            <a:r>
              <a:rPr sz="2000" spc="-55" dirty="0">
                <a:latin typeface="Batang"/>
                <a:cs typeface="Batang"/>
              </a:rPr>
              <a:t> </a:t>
            </a:r>
            <a:r>
              <a:rPr sz="2000" spc="-20" dirty="0">
                <a:latin typeface="Batang"/>
                <a:cs typeface="Batang"/>
              </a:rPr>
              <a:t>через</a:t>
            </a:r>
            <a:endParaRPr sz="2000">
              <a:latin typeface="Batang"/>
              <a:cs typeface="Batang"/>
            </a:endParaRPr>
          </a:p>
          <a:p>
            <a:pPr marL="12700">
              <a:lnSpc>
                <a:spcPts val="2030"/>
              </a:lnSpc>
            </a:pPr>
            <a:r>
              <a:rPr sz="2000" dirty="0">
                <a:latin typeface="Batang"/>
                <a:cs typeface="Batang"/>
              </a:rPr>
              <a:t>динамический</a:t>
            </a:r>
            <a:r>
              <a:rPr sz="2000" spc="-65" dirty="0">
                <a:latin typeface="Batang"/>
                <a:cs typeface="Batang"/>
              </a:rPr>
              <a:t> </a:t>
            </a:r>
            <a:r>
              <a:rPr sz="2000" dirty="0">
                <a:latin typeface="Batang"/>
                <a:cs typeface="Batang"/>
              </a:rPr>
              <a:t>вариант</a:t>
            </a:r>
            <a:r>
              <a:rPr sz="2000" spc="-35" dirty="0">
                <a:latin typeface="Batang"/>
                <a:cs typeface="Batang"/>
              </a:rPr>
              <a:t> </a:t>
            </a:r>
            <a:r>
              <a:rPr sz="2000" spc="-20" dirty="0">
                <a:latin typeface="Batang"/>
                <a:cs typeface="Batang"/>
              </a:rPr>
              <a:t>там,</a:t>
            </a:r>
            <a:endParaRPr sz="2000">
              <a:latin typeface="Batang"/>
              <a:cs typeface="Batang"/>
            </a:endParaRPr>
          </a:p>
          <a:p>
            <a:pPr marL="12700">
              <a:lnSpc>
                <a:spcPts val="2290"/>
              </a:lnSpc>
            </a:pPr>
            <a:r>
              <a:rPr sz="2000" dirty="0">
                <a:latin typeface="Batang"/>
                <a:cs typeface="Batang"/>
              </a:rPr>
              <a:t>где</a:t>
            </a:r>
            <a:r>
              <a:rPr sz="2000" spc="-10" dirty="0">
                <a:latin typeface="Batang"/>
                <a:cs typeface="Batang"/>
              </a:rPr>
              <a:t> </a:t>
            </a:r>
            <a:r>
              <a:rPr sz="2000" spc="-20" dirty="0">
                <a:latin typeface="Batang"/>
                <a:cs typeface="Batang"/>
              </a:rPr>
              <a:t>нужно</a:t>
            </a:r>
            <a:endParaRPr sz="2000">
              <a:latin typeface="Batang"/>
              <a:cs typeface="Batang"/>
            </a:endParaRPr>
          </a:p>
          <a:p>
            <a:pPr marL="12700">
              <a:lnSpc>
                <a:spcPct val="100000"/>
              </a:lnSpc>
              <a:spcBef>
                <a:spcPts val="750"/>
              </a:spcBef>
            </a:pPr>
            <a:r>
              <a:rPr sz="2000" dirty="0">
                <a:latin typeface="Batang"/>
                <a:cs typeface="Batang"/>
              </a:rPr>
              <a:t>Максимум</a:t>
            </a:r>
            <a:r>
              <a:rPr sz="2000" spc="-85" dirty="0">
                <a:latin typeface="Batang"/>
                <a:cs typeface="Batang"/>
              </a:rPr>
              <a:t> </a:t>
            </a:r>
            <a:r>
              <a:rPr sz="2000" spc="-10" dirty="0">
                <a:latin typeface="Batang"/>
                <a:cs typeface="Batang"/>
              </a:rPr>
              <a:t>пользы</a:t>
            </a:r>
            <a:endParaRPr sz="2000">
              <a:latin typeface="Batang"/>
              <a:cs typeface="Batang"/>
            </a:endParaRPr>
          </a:p>
          <a:p>
            <a:pPr marL="12700">
              <a:lnSpc>
                <a:spcPts val="2290"/>
              </a:lnSpc>
              <a:spcBef>
                <a:spcPts val="755"/>
              </a:spcBef>
            </a:pPr>
            <a:r>
              <a:rPr sz="2000" dirty="0">
                <a:latin typeface="Batang"/>
                <a:cs typeface="Batang"/>
              </a:rPr>
              <a:t>Один</a:t>
            </a:r>
            <a:r>
              <a:rPr sz="2000" spc="-40" dirty="0">
                <a:latin typeface="Batang"/>
                <a:cs typeface="Batang"/>
              </a:rPr>
              <a:t> </a:t>
            </a:r>
            <a:r>
              <a:rPr sz="2000" dirty="0">
                <a:latin typeface="Batang"/>
                <a:cs typeface="Batang"/>
              </a:rPr>
              <a:t>код</a:t>
            </a:r>
            <a:r>
              <a:rPr sz="2000" spc="-15" dirty="0">
                <a:latin typeface="Batang"/>
                <a:cs typeface="Batang"/>
              </a:rPr>
              <a:t> </a:t>
            </a:r>
            <a:r>
              <a:rPr sz="2000" dirty="0">
                <a:latin typeface="Batang"/>
                <a:cs typeface="Batang"/>
              </a:rPr>
              <a:t>работает</a:t>
            </a:r>
            <a:r>
              <a:rPr sz="2000" spc="-60" dirty="0">
                <a:latin typeface="Batang"/>
                <a:cs typeface="Batang"/>
              </a:rPr>
              <a:t> </a:t>
            </a:r>
            <a:r>
              <a:rPr sz="2000" spc="-50" dirty="0">
                <a:latin typeface="Batang"/>
                <a:cs typeface="Batang"/>
              </a:rPr>
              <a:t>в</a:t>
            </a:r>
            <a:endParaRPr sz="2000">
              <a:latin typeface="Batang"/>
              <a:cs typeface="Batang"/>
            </a:endParaRPr>
          </a:p>
          <a:p>
            <a:pPr marL="12700">
              <a:lnSpc>
                <a:spcPts val="2140"/>
              </a:lnSpc>
            </a:pPr>
            <a:r>
              <a:rPr sz="2000" dirty="0">
                <a:latin typeface="Batang"/>
                <a:cs typeface="Batang"/>
              </a:rPr>
              <a:t>рекламе,</a:t>
            </a:r>
            <a:r>
              <a:rPr sz="2000" spc="-85" dirty="0">
                <a:latin typeface="Batang"/>
                <a:cs typeface="Batang"/>
              </a:rPr>
              <a:t> </a:t>
            </a:r>
            <a:r>
              <a:rPr sz="2000" dirty="0">
                <a:latin typeface="Batang"/>
                <a:cs typeface="Batang"/>
              </a:rPr>
              <a:t>на</a:t>
            </a:r>
            <a:r>
              <a:rPr sz="2000" spc="15" dirty="0">
                <a:latin typeface="Batang"/>
                <a:cs typeface="Batang"/>
              </a:rPr>
              <a:t> </a:t>
            </a:r>
            <a:r>
              <a:rPr sz="2000" dirty="0">
                <a:latin typeface="Batang"/>
                <a:cs typeface="Batang"/>
              </a:rPr>
              <a:t>визитке,</a:t>
            </a:r>
            <a:r>
              <a:rPr sz="2000" spc="-5" dirty="0">
                <a:latin typeface="Batang"/>
                <a:cs typeface="Batang"/>
              </a:rPr>
              <a:t> </a:t>
            </a:r>
            <a:r>
              <a:rPr sz="2000" dirty="0">
                <a:latin typeface="Batang"/>
                <a:cs typeface="Batang"/>
              </a:rPr>
              <a:t>в</a:t>
            </a:r>
            <a:r>
              <a:rPr sz="2000" spc="-90" dirty="0">
                <a:latin typeface="Batang"/>
                <a:cs typeface="Batang"/>
              </a:rPr>
              <a:t> </a:t>
            </a:r>
            <a:r>
              <a:rPr sz="2000" spc="-20" dirty="0">
                <a:latin typeface="Batang"/>
                <a:cs typeface="Batang"/>
              </a:rPr>
              <a:t>меню</a:t>
            </a:r>
            <a:endParaRPr sz="2000">
              <a:latin typeface="Batang"/>
              <a:cs typeface="Batang"/>
            </a:endParaRPr>
          </a:p>
          <a:p>
            <a:pPr marL="12700">
              <a:lnSpc>
                <a:spcPts val="2255"/>
              </a:lnSpc>
            </a:pPr>
            <a:r>
              <a:rPr sz="2000" dirty="0">
                <a:latin typeface="Batang"/>
                <a:cs typeface="Batang"/>
              </a:rPr>
              <a:t>и</a:t>
            </a:r>
            <a:r>
              <a:rPr sz="2000" spc="-20" dirty="0">
                <a:latin typeface="Batang"/>
                <a:cs typeface="Batang"/>
              </a:rPr>
              <a:t> </a:t>
            </a:r>
            <a:r>
              <a:rPr sz="2000" dirty="0">
                <a:latin typeface="Batang"/>
                <a:cs typeface="Batang"/>
              </a:rPr>
              <a:t>на</a:t>
            </a:r>
            <a:r>
              <a:rPr sz="2000" spc="-30" dirty="0">
                <a:latin typeface="Batang"/>
                <a:cs typeface="Batang"/>
              </a:rPr>
              <a:t> </a:t>
            </a:r>
            <a:r>
              <a:rPr sz="2000" dirty="0">
                <a:latin typeface="Batang"/>
                <a:cs typeface="Batang"/>
              </a:rPr>
              <a:t>упаковке</a:t>
            </a:r>
            <a:r>
              <a:rPr sz="2000" spc="-40" dirty="0">
                <a:latin typeface="Batang"/>
                <a:cs typeface="Batang"/>
              </a:rPr>
              <a:t> </a:t>
            </a:r>
            <a:r>
              <a:rPr sz="2000" spc="-10" dirty="0">
                <a:latin typeface="Batang"/>
                <a:cs typeface="Batang"/>
              </a:rPr>
              <a:t>одновременно</a:t>
            </a:r>
            <a:endParaRPr sz="2000">
              <a:latin typeface="Batang"/>
              <a:cs typeface="Batang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</TotalTime>
  <Words>121</Words>
  <Application>Microsoft Office PowerPoint</Application>
  <PresentationFormat>Широкоэкранный</PresentationFormat>
  <Paragraphs>19</Paragraphs>
  <Slides>6</Slides>
  <Notes>0</Notes>
  <HiddenSlides>0</HiddenSlides>
  <MMClips>1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10" baseType="lpstr">
      <vt:lpstr>Batang</vt:lpstr>
      <vt:lpstr>Calibri</vt:lpstr>
      <vt:lpstr>Century Gothic</vt:lpstr>
      <vt:lpstr>Office Theme</vt:lpstr>
      <vt:lpstr>Презентация PowerPoint</vt:lpstr>
      <vt:lpstr>Презентация PowerPoint</vt:lpstr>
      <vt:lpstr>Структура</vt:lpstr>
      <vt:lpstr>Как сгенерировать QR-код</vt:lpstr>
      <vt:lpstr>Презентация PowerPoint</vt:lpstr>
      <vt:lpstr>QR-код — это мост между реальностью и вашим контентом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Said Goygov</dc:creator>
  <cp:lastModifiedBy>Said Goygov</cp:lastModifiedBy>
  <cp:revision>1</cp:revision>
  <dcterms:created xsi:type="dcterms:W3CDTF">2026-06-07T08:07:30Z</dcterms:created>
  <dcterms:modified xsi:type="dcterms:W3CDTF">2026-06-07T08:41:28Z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2026-06-07T00:00:00Z</vt:filetime>
  </property>
  <property fmtid="{D5CDD505-2E9C-101B-9397-08002B2CF9AE}" pid="3" name="LastSaved">
    <vt:filetime>2026-06-07T00:00:00Z</vt:filetime>
  </property>
  <property fmtid="{D5CDD505-2E9C-101B-9397-08002B2CF9AE}" pid="4" name="Producer">
    <vt:lpwstr>3-Heights(TM) PDF Security Shell 4.8.25.2 (http://www.pdf-tools.com)</vt:lpwstr>
  </property>
</Properties>
</file>
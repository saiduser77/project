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E4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7004" y="670560"/>
            <a:ext cx="7639050" cy="7788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8484" y="799147"/>
            <a:ext cx="788797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dirty="0" sz="2400" spc="110" b="1">
                <a:latin typeface="Calibri"/>
                <a:cs typeface="Calibri"/>
              </a:rPr>
              <a:t>QR-код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90" b="1">
                <a:latin typeface="Calibri"/>
                <a:cs typeface="Calibri"/>
              </a:rPr>
              <a:t>генератор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55"/>
              </a:lnSpc>
            </a:pPr>
            <a:r>
              <a:rPr dirty="0" sz="2400" spc="114" b="1">
                <a:latin typeface="Calibri"/>
                <a:cs typeface="Calibri"/>
              </a:rPr>
              <a:t>Полезно.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65" b="1">
                <a:latin typeface="Calibri"/>
                <a:cs typeface="Calibri"/>
              </a:rPr>
              <a:t>Удобно.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65" b="1">
                <a:latin typeface="Calibri"/>
                <a:cs typeface="Calibri"/>
              </a:rPr>
              <a:t>Актуально.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930"/>
              </a:lnSpc>
              <a:spcBef>
                <a:spcPts val="40"/>
              </a:spcBef>
            </a:pPr>
            <a:r>
              <a:rPr dirty="0" sz="2400" spc="-165">
                <a:latin typeface="Century Gothic"/>
                <a:cs typeface="Century Gothic"/>
              </a:rPr>
              <a:t>Как</a:t>
            </a:r>
            <a:r>
              <a:rPr dirty="0" sz="2400" spc="-135">
                <a:latin typeface="Century Gothic"/>
                <a:cs typeface="Century Gothic"/>
              </a:rPr>
              <a:t> </a:t>
            </a:r>
            <a:r>
              <a:rPr dirty="0" sz="2400" spc="-210">
                <a:latin typeface="Century Gothic"/>
                <a:cs typeface="Century Gothic"/>
              </a:rPr>
              <a:t>одна</a:t>
            </a:r>
            <a:r>
              <a:rPr dirty="0" sz="2400" spc="-145">
                <a:latin typeface="Century Gothic"/>
                <a:cs typeface="Century Gothic"/>
              </a:rPr>
              <a:t> </a:t>
            </a:r>
            <a:r>
              <a:rPr dirty="0" sz="2400" spc="-95">
                <a:latin typeface="Century Gothic"/>
                <a:cs typeface="Century Gothic"/>
              </a:rPr>
              <a:t>технология</a:t>
            </a:r>
            <a:r>
              <a:rPr dirty="0" sz="2400" spc="-150">
                <a:latin typeface="Century Gothic"/>
                <a:cs typeface="Century Gothic"/>
              </a:rPr>
              <a:t> </a:t>
            </a:r>
            <a:r>
              <a:rPr dirty="0" sz="2400" spc="-185">
                <a:latin typeface="Century Gothic"/>
                <a:cs typeface="Century Gothic"/>
              </a:rPr>
              <a:t>изменила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 spc="-254">
                <a:latin typeface="Century Gothic"/>
                <a:cs typeface="Century Gothic"/>
              </a:rPr>
              <a:t>способ</a:t>
            </a:r>
            <a:r>
              <a:rPr dirty="0" sz="2400" spc="-150">
                <a:latin typeface="Century Gothic"/>
                <a:cs typeface="Century Gothic"/>
              </a:rPr>
              <a:t> </a:t>
            </a:r>
            <a:r>
              <a:rPr dirty="0" sz="2400" spc="-130">
                <a:latin typeface="Century Gothic"/>
                <a:cs typeface="Century Gothic"/>
              </a:rPr>
              <a:t>взаимодействия</a:t>
            </a:r>
            <a:r>
              <a:rPr dirty="0" sz="2400" spc="-125">
                <a:latin typeface="Century Gothic"/>
                <a:cs typeface="Century Gothic"/>
              </a:rPr>
              <a:t> </a:t>
            </a:r>
            <a:r>
              <a:rPr dirty="0" sz="2400" spc="-345">
                <a:latin typeface="Century Gothic"/>
                <a:cs typeface="Century Gothic"/>
              </a:rPr>
              <a:t>с </a:t>
            </a:r>
            <a:r>
              <a:rPr dirty="0" sz="2400" spc="-315">
                <a:latin typeface="Century Gothic"/>
                <a:cs typeface="Century Gothic"/>
              </a:rPr>
              <a:t>информацией</a:t>
            </a:r>
            <a:r>
              <a:rPr dirty="0" sz="2400" spc="-135">
                <a:latin typeface="Century Gothic"/>
                <a:cs typeface="Century Gothic"/>
              </a:rPr>
              <a:t> </a:t>
            </a:r>
            <a:r>
              <a:rPr dirty="0" sz="2400" spc="-200">
                <a:latin typeface="Century Gothic"/>
                <a:cs typeface="Century Gothic"/>
              </a:rPr>
              <a:t>—</a:t>
            </a:r>
            <a:r>
              <a:rPr dirty="0" sz="2400" spc="-150">
                <a:latin typeface="Century Gothic"/>
                <a:cs typeface="Century Gothic"/>
              </a:rPr>
              <a:t> </a:t>
            </a:r>
            <a:r>
              <a:rPr dirty="0" sz="2400" spc="-110">
                <a:latin typeface="Century Gothic"/>
                <a:cs typeface="Century Gothic"/>
              </a:rPr>
              <a:t>и</a:t>
            </a:r>
            <a:r>
              <a:rPr dirty="0" sz="2400" spc="-165">
                <a:latin typeface="Century Gothic"/>
                <a:cs typeface="Century Gothic"/>
              </a:rPr>
              <a:t> </a:t>
            </a:r>
            <a:r>
              <a:rPr dirty="0" sz="2400" spc="-204">
                <a:latin typeface="Century Gothic"/>
                <a:cs typeface="Century Gothic"/>
              </a:rPr>
              <a:t>почему</a:t>
            </a:r>
            <a:r>
              <a:rPr dirty="0" sz="2400" spc="-150">
                <a:latin typeface="Century Gothic"/>
                <a:cs typeface="Century Gothic"/>
              </a:rPr>
              <a:t> </a:t>
            </a:r>
            <a:r>
              <a:rPr dirty="0" sz="2400" spc="-235">
                <a:latin typeface="Century Gothic"/>
                <a:cs typeface="Century Gothic"/>
              </a:rPr>
              <a:t>она</a:t>
            </a:r>
            <a:r>
              <a:rPr dirty="0" sz="2400" spc="-180">
                <a:latin typeface="Century Gothic"/>
                <a:cs typeface="Century Gothic"/>
              </a:rPr>
              <a:t> </a:t>
            </a:r>
            <a:r>
              <a:rPr dirty="0" sz="2400" spc="-185">
                <a:latin typeface="Century Gothic"/>
                <a:cs typeface="Century Gothic"/>
              </a:rPr>
              <a:t>нужна</a:t>
            </a:r>
            <a:r>
              <a:rPr dirty="0" sz="2400" spc="-180">
                <a:latin typeface="Century Gothic"/>
                <a:cs typeface="Century Gothic"/>
              </a:rPr>
              <a:t> </a:t>
            </a:r>
            <a:r>
              <a:rPr dirty="0" sz="2400" spc="-280">
                <a:latin typeface="Century Gothic"/>
                <a:cs typeface="Century Gothic"/>
              </a:rPr>
              <a:t>вам</a:t>
            </a:r>
            <a:r>
              <a:rPr dirty="0" sz="2400" spc="-145">
                <a:latin typeface="Century Gothic"/>
                <a:cs typeface="Century Gothic"/>
              </a:rPr>
              <a:t> </a:t>
            </a:r>
            <a:r>
              <a:rPr dirty="0" sz="2400" spc="-229">
                <a:latin typeface="Century Gothic"/>
                <a:cs typeface="Century Gothic"/>
              </a:rPr>
              <a:t>прямо</a:t>
            </a:r>
            <a:r>
              <a:rPr dirty="0" sz="2400" spc="-1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сейчас.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3425" y="2628900"/>
            <a:ext cx="29718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16380" y="730885"/>
            <a:ext cx="8393430" cy="47224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10">
                <a:latin typeface="Batang"/>
                <a:cs typeface="Batang"/>
              </a:rPr>
              <a:t>История</a:t>
            </a:r>
            <a:endParaRPr sz="275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750" spc="-20">
                <a:latin typeface="Batang"/>
                <a:cs typeface="Batang"/>
              </a:rPr>
              <a:t>Denso-</a:t>
            </a:r>
            <a:r>
              <a:rPr dirty="0" sz="2750">
                <a:latin typeface="Batang"/>
                <a:cs typeface="Batang"/>
              </a:rPr>
              <a:t>Wave,</a:t>
            </a:r>
            <a:r>
              <a:rPr dirty="0" sz="2750" spc="1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1994</a:t>
            </a:r>
            <a:r>
              <a:rPr dirty="0" sz="2750" spc="-5">
                <a:latin typeface="Batang"/>
                <a:cs typeface="Batang"/>
              </a:rPr>
              <a:t> </a:t>
            </a:r>
            <a:r>
              <a:rPr dirty="0" sz="2750" spc="-25">
                <a:latin typeface="Batang"/>
                <a:cs typeface="Batang"/>
              </a:rPr>
              <a:t>год</a:t>
            </a:r>
            <a:endParaRPr sz="2750">
              <a:latin typeface="Batang"/>
              <a:cs typeface="Batang"/>
            </a:endParaRPr>
          </a:p>
          <a:p>
            <a:pPr marL="12700" marR="539115">
              <a:lnSpc>
                <a:spcPct val="101699"/>
              </a:lnSpc>
              <a:spcBef>
                <a:spcPts val="20"/>
              </a:spcBef>
            </a:pPr>
            <a:r>
              <a:rPr dirty="0" sz="2750">
                <a:latin typeface="Batang"/>
                <a:cs typeface="Batang"/>
              </a:rPr>
              <a:t>QR</a:t>
            </a:r>
            <a:r>
              <a:rPr dirty="0" sz="2750" spc="6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(Quick</a:t>
            </a:r>
            <a:r>
              <a:rPr dirty="0" sz="2750" spc="11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Response)</a:t>
            </a:r>
            <a:r>
              <a:rPr dirty="0" sz="2750" spc="15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—</a:t>
            </a:r>
            <a:r>
              <a:rPr dirty="0" sz="2750" spc="120">
                <a:latin typeface="Batang"/>
                <a:cs typeface="Batang"/>
              </a:rPr>
              <a:t> </a:t>
            </a:r>
            <a:r>
              <a:rPr dirty="0" sz="2750" spc="-10">
                <a:latin typeface="Batang"/>
                <a:cs typeface="Batang"/>
              </a:rPr>
              <a:t>матричный </a:t>
            </a:r>
            <a:r>
              <a:rPr dirty="0" sz="2750">
                <a:latin typeface="Batang"/>
                <a:cs typeface="Batang"/>
              </a:rPr>
              <a:t>двумерный</a:t>
            </a:r>
            <a:r>
              <a:rPr dirty="0" sz="2750" spc="17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код,</a:t>
            </a:r>
            <a:r>
              <a:rPr dirty="0" sz="2750" spc="16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разработанный</a:t>
            </a:r>
            <a:r>
              <a:rPr dirty="0" sz="2750" spc="245">
                <a:latin typeface="Batang"/>
                <a:cs typeface="Batang"/>
              </a:rPr>
              <a:t> </a:t>
            </a:r>
            <a:r>
              <a:rPr dirty="0" sz="2750" spc="-10">
                <a:latin typeface="Batang"/>
                <a:cs typeface="Batang"/>
              </a:rPr>
              <a:t>японской </a:t>
            </a:r>
            <a:r>
              <a:rPr dirty="0" sz="2750">
                <a:latin typeface="Batang"/>
                <a:cs typeface="Batang"/>
              </a:rPr>
              <a:t>компанией</a:t>
            </a:r>
            <a:r>
              <a:rPr dirty="0" sz="2750" spc="21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Denso-Wave</a:t>
            </a:r>
            <a:r>
              <a:rPr dirty="0" sz="2750" spc="15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для</a:t>
            </a:r>
            <a:r>
              <a:rPr dirty="0" sz="2750" spc="204">
                <a:latin typeface="Batang"/>
                <a:cs typeface="Batang"/>
              </a:rPr>
              <a:t> </a:t>
            </a:r>
            <a:r>
              <a:rPr dirty="0" sz="2750" spc="-10">
                <a:latin typeface="Batang"/>
                <a:cs typeface="Batang"/>
              </a:rPr>
              <a:t>быстрой </a:t>
            </a:r>
            <a:r>
              <a:rPr dirty="0" sz="2750">
                <a:latin typeface="Batang"/>
                <a:cs typeface="Batang"/>
              </a:rPr>
              <a:t>маркировки</a:t>
            </a:r>
            <a:r>
              <a:rPr dirty="0" sz="2750" spc="24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автомобильных</a:t>
            </a:r>
            <a:r>
              <a:rPr dirty="0" sz="2750" spc="195">
                <a:latin typeface="Batang"/>
                <a:cs typeface="Batang"/>
              </a:rPr>
              <a:t> </a:t>
            </a:r>
            <a:r>
              <a:rPr dirty="0" sz="2750" spc="-10">
                <a:latin typeface="Batang"/>
                <a:cs typeface="Batang"/>
              </a:rPr>
              <a:t>деталей.</a:t>
            </a:r>
            <a:endParaRPr sz="275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750">
                <a:latin typeface="Batang"/>
                <a:cs typeface="Batang"/>
              </a:rPr>
              <a:t>Эволюция</a:t>
            </a:r>
            <a:r>
              <a:rPr dirty="0" sz="2750" spc="-85">
                <a:latin typeface="Batang"/>
                <a:cs typeface="Batang"/>
              </a:rPr>
              <a:t> </a:t>
            </a:r>
            <a:r>
              <a:rPr dirty="0" sz="2750" spc="-20">
                <a:latin typeface="Batang"/>
                <a:cs typeface="Batang"/>
              </a:rPr>
              <a:t>штрих-кода</a:t>
            </a:r>
            <a:endParaRPr sz="2750">
              <a:latin typeface="Batang"/>
              <a:cs typeface="Batang"/>
            </a:endParaRPr>
          </a:p>
          <a:p>
            <a:pPr marL="12700" marR="5080">
              <a:lnSpc>
                <a:spcPct val="101699"/>
              </a:lnSpc>
              <a:spcBef>
                <a:spcPts val="25"/>
              </a:spcBef>
            </a:pPr>
            <a:r>
              <a:rPr dirty="0" sz="2750">
                <a:latin typeface="Batang"/>
                <a:cs typeface="Batang"/>
              </a:rPr>
              <a:t>Это</a:t>
            </a:r>
            <a:r>
              <a:rPr dirty="0" sz="2750" spc="13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прямой</a:t>
            </a:r>
            <a:r>
              <a:rPr dirty="0" sz="2750" spc="16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наследник</a:t>
            </a:r>
            <a:r>
              <a:rPr dirty="0" sz="2750" spc="13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идеи</a:t>
            </a:r>
            <a:r>
              <a:rPr dirty="0" sz="2750" spc="14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штрих-кодов,</a:t>
            </a:r>
            <a:r>
              <a:rPr dirty="0" sz="2750" spc="125">
                <a:latin typeface="Batang"/>
                <a:cs typeface="Batang"/>
              </a:rPr>
              <a:t> </a:t>
            </a:r>
            <a:r>
              <a:rPr dirty="0" sz="2750" spc="-25">
                <a:latin typeface="Batang"/>
                <a:cs typeface="Batang"/>
              </a:rPr>
              <a:t>но </a:t>
            </a:r>
            <a:r>
              <a:rPr dirty="0" sz="2750">
                <a:latin typeface="Batang"/>
                <a:cs typeface="Batang"/>
              </a:rPr>
              <a:t>хранит</a:t>
            </a:r>
            <a:r>
              <a:rPr dirty="0" sz="2750" spc="-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значительно</a:t>
            </a:r>
            <a:r>
              <a:rPr dirty="0" sz="2750" spc="-3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больше</a:t>
            </a:r>
            <a:r>
              <a:rPr dirty="0" sz="2750" spc="-9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данных</a:t>
            </a:r>
            <a:r>
              <a:rPr dirty="0" sz="2750" spc="5">
                <a:latin typeface="Batang"/>
                <a:cs typeface="Batang"/>
              </a:rPr>
              <a:t> </a:t>
            </a:r>
            <a:r>
              <a:rPr dirty="0" sz="2750" spc="-25">
                <a:latin typeface="Batang"/>
                <a:cs typeface="Batang"/>
              </a:rPr>
              <a:t>на </a:t>
            </a:r>
            <a:r>
              <a:rPr dirty="0" sz="2750">
                <a:latin typeface="Batang"/>
                <a:cs typeface="Batang"/>
              </a:rPr>
              <a:t>меньшей</a:t>
            </a:r>
            <a:r>
              <a:rPr dirty="0" sz="2750" spc="13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площади</a:t>
            </a:r>
            <a:r>
              <a:rPr dirty="0" sz="2750" spc="12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—</a:t>
            </a:r>
            <a:r>
              <a:rPr dirty="0" sz="2750" spc="10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и</a:t>
            </a:r>
            <a:r>
              <a:rPr dirty="0" sz="2750" spc="95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считывается</a:t>
            </a:r>
            <a:r>
              <a:rPr dirty="0" sz="2750" spc="100">
                <a:latin typeface="Batang"/>
                <a:cs typeface="Batang"/>
              </a:rPr>
              <a:t> </a:t>
            </a:r>
            <a:r>
              <a:rPr dirty="0" sz="2750">
                <a:latin typeface="Batang"/>
                <a:cs typeface="Batang"/>
              </a:rPr>
              <a:t>в</a:t>
            </a:r>
            <a:r>
              <a:rPr dirty="0" sz="2750" spc="105">
                <a:latin typeface="Batang"/>
                <a:cs typeface="Batang"/>
              </a:rPr>
              <a:t> </a:t>
            </a:r>
            <a:r>
              <a:rPr dirty="0" sz="2750" spc="-10">
                <a:latin typeface="Batang"/>
                <a:cs typeface="Batang"/>
              </a:rPr>
              <a:t>любом направлении.</a:t>
            </a:r>
            <a:endParaRPr sz="275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67462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Структура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" y="2495550"/>
            <a:ext cx="5762625" cy="31718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0" y="2505075"/>
            <a:ext cx="57150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990725"/>
            <a:ext cx="5181600" cy="4019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2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Как</a:t>
            </a:r>
            <a:r>
              <a:rPr dirty="0" spc="-140"/>
              <a:t> </a:t>
            </a:r>
            <a:r>
              <a:rPr dirty="0"/>
              <a:t>сгенерировать</a:t>
            </a:r>
            <a:r>
              <a:rPr dirty="0" spc="-125"/>
              <a:t> </a:t>
            </a:r>
            <a:r>
              <a:rPr dirty="0" spc="-25"/>
              <a:t>QR-код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300" y="1828800"/>
            <a:ext cx="4343400" cy="4352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162" y="376936"/>
            <a:ext cx="3617595" cy="1221740"/>
          </a:xfrm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92200"/>
              </a:lnSpc>
              <a:spcBef>
                <a:spcPts val="385"/>
              </a:spcBef>
            </a:pPr>
            <a:r>
              <a:rPr dirty="0" sz="2750"/>
              <a:t>QR-код</a:t>
            </a:r>
            <a:r>
              <a:rPr dirty="0" sz="2750" spc="110"/>
              <a:t> </a:t>
            </a:r>
            <a:r>
              <a:rPr dirty="0" sz="2750"/>
              <a:t>—</a:t>
            </a:r>
            <a:r>
              <a:rPr dirty="0" sz="2750" spc="110"/>
              <a:t> </a:t>
            </a:r>
            <a:r>
              <a:rPr dirty="0" sz="2750"/>
              <a:t>это</a:t>
            </a:r>
            <a:r>
              <a:rPr dirty="0" sz="2750" spc="95"/>
              <a:t> </a:t>
            </a:r>
            <a:r>
              <a:rPr dirty="0" sz="2750" spc="-20"/>
              <a:t>мост </a:t>
            </a:r>
            <a:r>
              <a:rPr dirty="0" sz="2750"/>
              <a:t>между</a:t>
            </a:r>
            <a:r>
              <a:rPr dirty="0" sz="2750" spc="110"/>
              <a:t> </a:t>
            </a:r>
            <a:r>
              <a:rPr dirty="0" sz="2750" spc="-10"/>
              <a:t>реальностью </a:t>
            </a:r>
            <a:r>
              <a:rPr dirty="0" sz="2750"/>
              <a:t>и</a:t>
            </a:r>
            <a:r>
              <a:rPr dirty="0" sz="2750" spc="5"/>
              <a:t> </a:t>
            </a:r>
            <a:r>
              <a:rPr dirty="0" sz="2750" spc="-50"/>
              <a:t>в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2057400"/>
            <a:ext cx="6172200" cy="42100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9162" y="1942909"/>
            <a:ext cx="3569335" cy="230505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50" spc="-150">
                <a:latin typeface="Century Gothic"/>
                <a:cs typeface="Century Gothic"/>
              </a:rPr>
              <a:t>Минимум</a:t>
            </a:r>
            <a:r>
              <a:rPr dirty="0" sz="1550" spc="-45">
                <a:latin typeface="Century Gothic"/>
                <a:cs typeface="Century Gothic"/>
              </a:rPr>
              <a:t> </a:t>
            </a:r>
            <a:r>
              <a:rPr dirty="0" sz="1550" spc="-20">
                <a:latin typeface="Century Gothic"/>
                <a:cs typeface="Century Gothic"/>
              </a:rPr>
              <a:t>шагов</a:t>
            </a:r>
            <a:endParaRPr sz="1550">
              <a:latin typeface="Century Gothic"/>
              <a:cs typeface="Century Gothic"/>
            </a:endParaRPr>
          </a:p>
          <a:p>
            <a:pPr marL="12700">
              <a:lnSpc>
                <a:spcPts val="1795"/>
              </a:lnSpc>
              <a:spcBef>
                <a:spcPts val="915"/>
              </a:spcBef>
            </a:pPr>
            <a:r>
              <a:rPr dirty="0" sz="1550" spc="-105">
                <a:latin typeface="Century Gothic"/>
                <a:cs typeface="Century Gothic"/>
              </a:rPr>
              <a:t>Зашейте</a:t>
            </a:r>
            <a:r>
              <a:rPr dirty="0" sz="1550" spc="-35">
                <a:latin typeface="Century Gothic"/>
                <a:cs typeface="Century Gothic"/>
              </a:rPr>
              <a:t> </a:t>
            </a:r>
            <a:r>
              <a:rPr dirty="0" sz="1550" spc="-85">
                <a:latin typeface="Century Gothic"/>
                <a:cs typeface="Century Gothic"/>
              </a:rPr>
              <a:t>ссылку,</a:t>
            </a:r>
            <a:r>
              <a:rPr dirty="0" sz="1550" spc="-35">
                <a:latin typeface="Century Gothic"/>
                <a:cs typeface="Century Gothic"/>
              </a:rPr>
              <a:t> </a:t>
            </a:r>
            <a:r>
              <a:rPr dirty="0" sz="1550" spc="-55">
                <a:latin typeface="Century Gothic"/>
                <a:cs typeface="Century Gothic"/>
              </a:rPr>
              <a:t>контакт</a:t>
            </a:r>
            <a:r>
              <a:rPr dirty="0" sz="1550" spc="-75">
                <a:latin typeface="Century Gothic"/>
                <a:cs typeface="Century Gothic"/>
              </a:rPr>
              <a:t> </a:t>
            </a:r>
            <a:r>
              <a:rPr dirty="0" sz="1550" spc="-25">
                <a:latin typeface="Century Gothic"/>
                <a:cs typeface="Century Gothic"/>
              </a:rPr>
              <a:t>или</a:t>
            </a:r>
            <a:endParaRPr sz="1550">
              <a:latin typeface="Century Gothic"/>
              <a:cs typeface="Century Gothic"/>
            </a:endParaRPr>
          </a:p>
          <a:p>
            <a:pPr marL="12700" marR="5080">
              <a:lnSpc>
                <a:spcPts val="1730"/>
              </a:lnSpc>
              <a:spcBef>
                <a:spcPts val="100"/>
              </a:spcBef>
            </a:pPr>
            <a:r>
              <a:rPr dirty="0" sz="1550" spc="-175">
                <a:latin typeface="Century Gothic"/>
                <a:cs typeface="Century Gothic"/>
              </a:rPr>
              <a:t>информацию</a:t>
            </a:r>
            <a:r>
              <a:rPr dirty="0" sz="1550" spc="-100">
                <a:latin typeface="Century Gothic"/>
                <a:cs typeface="Century Gothic"/>
              </a:rPr>
              <a:t> </a:t>
            </a:r>
            <a:r>
              <a:rPr dirty="0" sz="1550" spc="-114">
                <a:latin typeface="Century Gothic"/>
                <a:cs typeface="Century Gothic"/>
              </a:rPr>
              <a:t>—</a:t>
            </a:r>
            <a:r>
              <a:rPr dirty="0" sz="1550" spc="-45">
                <a:latin typeface="Century Gothic"/>
                <a:cs typeface="Century Gothic"/>
              </a:rPr>
              <a:t> </a:t>
            </a:r>
            <a:r>
              <a:rPr dirty="0" sz="1550" spc="-50">
                <a:latin typeface="Century Gothic"/>
                <a:cs typeface="Century Gothic"/>
              </a:rPr>
              <a:t>и</a:t>
            </a:r>
            <a:r>
              <a:rPr dirty="0" sz="1550" spc="-30">
                <a:latin typeface="Century Gothic"/>
                <a:cs typeface="Century Gothic"/>
              </a:rPr>
              <a:t> </a:t>
            </a:r>
            <a:r>
              <a:rPr dirty="0" sz="1550" spc="-55">
                <a:latin typeface="Century Gothic"/>
                <a:cs typeface="Century Gothic"/>
              </a:rPr>
              <a:t>обновляйте</a:t>
            </a:r>
            <a:r>
              <a:rPr dirty="0" sz="1550" spc="-25">
                <a:latin typeface="Century Gothic"/>
                <a:cs typeface="Century Gothic"/>
              </a:rPr>
              <a:t> </a:t>
            </a:r>
            <a:r>
              <a:rPr dirty="0" sz="1550" spc="-10">
                <a:latin typeface="Century Gothic"/>
                <a:cs typeface="Century Gothic"/>
              </a:rPr>
              <a:t>через </a:t>
            </a:r>
            <a:r>
              <a:rPr dirty="0" sz="1550" spc="-80">
                <a:latin typeface="Century Gothic"/>
                <a:cs typeface="Century Gothic"/>
              </a:rPr>
              <a:t>динамический</a:t>
            </a:r>
            <a:r>
              <a:rPr dirty="0" sz="1550" spc="-35">
                <a:latin typeface="Century Gothic"/>
                <a:cs typeface="Century Gothic"/>
              </a:rPr>
              <a:t> </a:t>
            </a:r>
            <a:r>
              <a:rPr dirty="0" sz="1550" spc="-80">
                <a:latin typeface="Century Gothic"/>
                <a:cs typeface="Century Gothic"/>
              </a:rPr>
              <a:t>вариант</a:t>
            </a:r>
            <a:r>
              <a:rPr dirty="0" sz="1550" spc="-65">
                <a:latin typeface="Century Gothic"/>
                <a:cs typeface="Century Gothic"/>
              </a:rPr>
              <a:t> </a:t>
            </a:r>
            <a:r>
              <a:rPr dirty="0" sz="1550" spc="-125">
                <a:latin typeface="Century Gothic"/>
                <a:cs typeface="Century Gothic"/>
              </a:rPr>
              <a:t>там,</a:t>
            </a:r>
            <a:r>
              <a:rPr dirty="0" sz="1550" spc="-110">
                <a:latin typeface="Century Gothic"/>
                <a:cs typeface="Century Gothic"/>
              </a:rPr>
              <a:t> </a:t>
            </a:r>
            <a:r>
              <a:rPr dirty="0" sz="1550" spc="-75">
                <a:latin typeface="Century Gothic"/>
                <a:cs typeface="Century Gothic"/>
              </a:rPr>
              <a:t>где</a:t>
            </a:r>
            <a:r>
              <a:rPr dirty="0" sz="1550" spc="-25">
                <a:latin typeface="Century Gothic"/>
                <a:cs typeface="Century Gothic"/>
              </a:rPr>
              <a:t> </a:t>
            </a:r>
            <a:r>
              <a:rPr dirty="0" sz="1550" spc="-35">
                <a:latin typeface="Century Gothic"/>
                <a:cs typeface="Century Gothic"/>
              </a:rPr>
              <a:t>нужно</a:t>
            </a:r>
            <a:endParaRPr sz="15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550" spc="-175">
                <a:latin typeface="Century Gothic"/>
                <a:cs typeface="Century Gothic"/>
              </a:rPr>
              <a:t>Максимум</a:t>
            </a:r>
            <a:r>
              <a:rPr dirty="0" sz="1550" spc="-60">
                <a:latin typeface="Century Gothic"/>
                <a:cs typeface="Century Gothic"/>
              </a:rPr>
              <a:t> </a:t>
            </a:r>
            <a:r>
              <a:rPr dirty="0" sz="1550" spc="-10">
                <a:latin typeface="Century Gothic"/>
                <a:cs typeface="Century Gothic"/>
              </a:rPr>
              <a:t>пользы</a:t>
            </a:r>
            <a:endParaRPr sz="1550">
              <a:latin typeface="Century Gothic"/>
              <a:cs typeface="Century Gothic"/>
            </a:endParaRPr>
          </a:p>
          <a:p>
            <a:pPr marL="12700" marR="523875">
              <a:lnSpc>
                <a:spcPct val="94900"/>
              </a:lnSpc>
              <a:spcBef>
                <a:spcPts val="935"/>
              </a:spcBef>
            </a:pPr>
            <a:r>
              <a:rPr dirty="0" sz="1550" spc="-75">
                <a:latin typeface="Century Gothic"/>
                <a:cs typeface="Century Gothic"/>
              </a:rPr>
              <a:t>Один</a:t>
            </a:r>
            <a:r>
              <a:rPr dirty="0" sz="1550" spc="-35">
                <a:latin typeface="Century Gothic"/>
                <a:cs typeface="Century Gothic"/>
              </a:rPr>
              <a:t> </a:t>
            </a:r>
            <a:r>
              <a:rPr dirty="0" sz="1550" spc="-70">
                <a:latin typeface="Century Gothic"/>
                <a:cs typeface="Century Gothic"/>
              </a:rPr>
              <a:t>код</a:t>
            </a:r>
            <a:r>
              <a:rPr dirty="0" sz="1550" spc="-114">
                <a:latin typeface="Century Gothic"/>
                <a:cs typeface="Century Gothic"/>
              </a:rPr>
              <a:t> </a:t>
            </a:r>
            <a:r>
              <a:rPr dirty="0" sz="1550" spc="-130">
                <a:latin typeface="Century Gothic"/>
                <a:cs typeface="Century Gothic"/>
              </a:rPr>
              <a:t>работает</a:t>
            </a:r>
            <a:r>
              <a:rPr dirty="0" sz="1550" spc="-80">
                <a:latin typeface="Century Gothic"/>
                <a:cs typeface="Century Gothic"/>
              </a:rPr>
              <a:t> </a:t>
            </a:r>
            <a:r>
              <a:rPr dirty="0" sz="1550" spc="70">
                <a:latin typeface="Century Gothic"/>
                <a:cs typeface="Century Gothic"/>
              </a:rPr>
              <a:t>в</a:t>
            </a:r>
            <a:r>
              <a:rPr dirty="0" sz="1550" spc="-5">
                <a:latin typeface="Century Gothic"/>
                <a:cs typeface="Century Gothic"/>
              </a:rPr>
              <a:t> </a:t>
            </a:r>
            <a:r>
              <a:rPr dirty="0" sz="1550" spc="-135">
                <a:latin typeface="Century Gothic"/>
                <a:cs typeface="Century Gothic"/>
              </a:rPr>
              <a:t>рекламе,</a:t>
            </a:r>
            <a:r>
              <a:rPr dirty="0" sz="1550" spc="-35">
                <a:latin typeface="Century Gothic"/>
                <a:cs typeface="Century Gothic"/>
              </a:rPr>
              <a:t> </a:t>
            </a:r>
            <a:r>
              <a:rPr dirty="0" sz="1550" spc="-65">
                <a:latin typeface="Century Gothic"/>
                <a:cs typeface="Century Gothic"/>
              </a:rPr>
              <a:t>на </a:t>
            </a:r>
            <a:r>
              <a:rPr dirty="0" sz="1550">
                <a:latin typeface="Century Gothic"/>
                <a:cs typeface="Century Gothic"/>
              </a:rPr>
              <a:t>визитке,</a:t>
            </a:r>
            <a:r>
              <a:rPr dirty="0" sz="1550" spc="-45">
                <a:latin typeface="Century Gothic"/>
                <a:cs typeface="Century Gothic"/>
              </a:rPr>
              <a:t> </a:t>
            </a:r>
            <a:r>
              <a:rPr dirty="0" sz="1550" spc="70">
                <a:latin typeface="Century Gothic"/>
                <a:cs typeface="Century Gothic"/>
              </a:rPr>
              <a:t>в</a:t>
            </a:r>
            <a:r>
              <a:rPr dirty="0" sz="1550" spc="-95">
                <a:latin typeface="Century Gothic"/>
                <a:cs typeface="Century Gothic"/>
              </a:rPr>
              <a:t> </a:t>
            </a:r>
            <a:r>
              <a:rPr dirty="0" sz="1550" spc="-160">
                <a:latin typeface="Century Gothic"/>
                <a:cs typeface="Century Gothic"/>
              </a:rPr>
              <a:t>меню</a:t>
            </a:r>
            <a:r>
              <a:rPr dirty="0" sz="1550" spc="-65">
                <a:latin typeface="Century Gothic"/>
                <a:cs typeface="Century Gothic"/>
              </a:rPr>
              <a:t> </a:t>
            </a:r>
            <a:r>
              <a:rPr dirty="0" sz="1550" spc="-50">
                <a:latin typeface="Century Gothic"/>
                <a:cs typeface="Century Gothic"/>
              </a:rPr>
              <a:t>и</a:t>
            </a:r>
            <a:r>
              <a:rPr dirty="0" sz="1550" spc="-45">
                <a:latin typeface="Century Gothic"/>
                <a:cs typeface="Century Gothic"/>
              </a:rPr>
              <a:t> </a:t>
            </a:r>
            <a:r>
              <a:rPr dirty="0" sz="1550" spc="-140">
                <a:latin typeface="Century Gothic"/>
                <a:cs typeface="Century Gothic"/>
              </a:rPr>
              <a:t>на</a:t>
            </a:r>
            <a:r>
              <a:rPr dirty="0" sz="1550" spc="-130">
                <a:latin typeface="Century Gothic"/>
                <a:cs typeface="Century Gothic"/>
              </a:rPr>
              <a:t> </a:t>
            </a:r>
            <a:r>
              <a:rPr dirty="0" sz="1550" spc="-10">
                <a:latin typeface="Century Gothic"/>
                <a:cs typeface="Century Gothic"/>
              </a:rPr>
              <a:t>упаковке </a:t>
            </a:r>
            <a:r>
              <a:rPr dirty="0" sz="1550" spc="-30">
                <a:latin typeface="Century Gothic"/>
                <a:cs typeface="Century Gothic"/>
              </a:rPr>
              <a:t>одновременно</a:t>
            </a:r>
            <a:endParaRPr sz="15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2026-06-05T21:35:29Z</dcterms:created>
  <dcterms:modified xsi:type="dcterms:W3CDTF">2026-06-05T21:35:29Z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2026-06-05T00:00:00Z</vt:filetime>
  </property>
  <property fmtid="{D5CDD505-2E9C-101B-9397-08002B2CF9AE}" pid="3" name="LastSaved">
    <vt:filetime>2026-06-05T00:00:00Z</vt:filetime>
  </property>
  <property fmtid="{D5CDD505-2E9C-101B-9397-08002B2CF9AE}" pid="4" name="Producer">
    <vt:lpwstr>3-Heights(TM) PDF Security Shell 4.8.25.2 (http://www.pdf-tools.com)</vt:lpwstr>
  </property>
</Properties>
</file>